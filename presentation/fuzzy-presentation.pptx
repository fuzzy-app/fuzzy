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8c84ffeebf4a2a" /><Relationship Type="http://schemas.openxmlformats.org/officeDocument/2006/relationships/extended-properties" Target="/docProps/app.xml" Id="R6008180da38b4935" /><Relationship Type="http://schemas.openxmlformats.org/officeDocument/2006/relationships/officeDocument" Target="/ppt/presentation.xml" Id="Rb643056853354c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28e6252a584c77"/>
  </p:sldMasterIdLst>
  <p:notesMasterIdLst>
    <p:notesMasterId xmlns:r="http://schemas.openxmlformats.org/officeDocument/2006/relationships" r:id="R018b795e39c247aa"/>
  </p:notesMasterIdLst>
  <p:sldIdLst>
    <p:sldId xmlns:r="http://schemas.openxmlformats.org/officeDocument/2006/relationships" id="256" r:id="Rdf6c9451e0f448a1"/>
    <p:sldId xmlns:r="http://schemas.openxmlformats.org/officeDocument/2006/relationships" id="257" r:id="R84e635cc835d4f82"/>
    <p:sldId xmlns:r="http://schemas.openxmlformats.org/officeDocument/2006/relationships" id="258" r:id="R03d09801c4e84dce"/>
    <p:sldId xmlns:r="http://schemas.openxmlformats.org/officeDocument/2006/relationships" id="259" r:id="R191f2ab227b2410d"/>
    <p:sldId xmlns:r="http://schemas.openxmlformats.org/officeDocument/2006/relationships" id="260" r:id="R3a14ee9f6210407e"/>
    <p:sldId xmlns:r="http://schemas.openxmlformats.org/officeDocument/2006/relationships" id="261" r:id="Re0b0c7c7096f430b"/>
    <p:sldId xmlns:r="http://schemas.openxmlformats.org/officeDocument/2006/relationships" id="262" r:id="Rd45a0ad0f2654576"/>
    <p:sldId xmlns:r="http://schemas.openxmlformats.org/officeDocument/2006/relationships" id="263" r:id="Rb029a0a3f25d4181"/>
    <p:sldId xmlns:r="http://schemas.openxmlformats.org/officeDocument/2006/relationships" id="264" r:id="Rfd546d8b1ce44d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bc462d59354e4c" /><Relationship Type="http://schemas.openxmlformats.org/officeDocument/2006/relationships/slideMaster" Target="/ppt/slideMasters/slideMaster1.xml" Id="Rcd28e6252a584c77" /><Relationship Type="http://schemas.openxmlformats.org/officeDocument/2006/relationships/notesMaster" Target="/ppt/notesMasters/notesMaster1.xml" Id="R018b795e39c247aa" /><Relationship Type="http://schemas.openxmlformats.org/officeDocument/2006/relationships/presProps" Target="/ppt/presProps.xml" Id="Rfbeac62e1ba749ae" /><Relationship Type="http://schemas.openxmlformats.org/officeDocument/2006/relationships/tableStyles" Target="/ppt/tableStyles.xml" Id="R7f199a68b07b4d2c" /><Relationship Type="http://schemas.openxmlformats.org/officeDocument/2006/relationships/slide" Target="/ppt/slides/slide1.xml" Id="Rdf6c9451e0f448a1" /><Relationship Type="http://schemas.openxmlformats.org/officeDocument/2006/relationships/slide" Target="/ppt/slides/slide2.xml" Id="R84e635cc835d4f82" /><Relationship Type="http://schemas.openxmlformats.org/officeDocument/2006/relationships/slide" Target="/ppt/slides/slide3.xml" Id="R03d09801c4e84dce" /><Relationship Type="http://schemas.openxmlformats.org/officeDocument/2006/relationships/slide" Target="/ppt/slides/slide4.xml" Id="R191f2ab227b2410d" /><Relationship Type="http://schemas.openxmlformats.org/officeDocument/2006/relationships/slide" Target="/ppt/slides/slide5.xml" Id="R3a14ee9f6210407e" /><Relationship Type="http://schemas.openxmlformats.org/officeDocument/2006/relationships/slide" Target="/ppt/slides/slide6.xml" Id="Re0b0c7c7096f430b" /><Relationship Type="http://schemas.openxmlformats.org/officeDocument/2006/relationships/slide" Target="/ppt/slides/slide7.xml" Id="Rd45a0ad0f2654576" /><Relationship Type="http://schemas.openxmlformats.org/officeDocument/2006/relationships/slide" Target="/ppt/slides/slide8.xml" Id="Rb029a0a3f25d4181" /><Relationship Type="http://schemas.openxmlformats.org/officeDocument/2006/relationships/slide" Target="/ppt/slides/slide9.xml" Id="Rfd546d8b1ce44d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57f9a8024a4c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97eb9570fb427a" /><Relationship Type="http://schemas.openxmlformats.org/officeDocument/2006/relationships/notesMaster" Target="/ppt/notesMasters/notesMaster1.xml" Id="R8c23ca44dbbd40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15161eaf734e35" /><Relationship Type="http://schemas.openxmlformats.org/officeDocument/2006/relationships/notesMaster" Target="/ppt/notesMasters/notesMaster1.xml" Id="Rd06edc70bd7c43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29d24a707a43e4" /><Relationship Type="http://schemas.openxmlformats.org/officeDocument/2006/relationships/notesMaster" Target="/ppt/notesMasters/notesMaster1.xml" Id="Rd5aaa39e32be46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636eb529944f47" /><Relationship Type="http://schemas.openxmlformats.org/officeDocument/2006/relationships/notesMaster" Target="/ppt/notesMasters/notesMaster1.xml" Id="R328c0c83fcf0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e78500c5e342be" /><Relationship Type="http://schemas.openxmlformats.org/officeDocument/2006/relationships/notesMaster" Target="/ppt/notesMasters/notesMaster1.xml" Id="Rcf2e943dc00149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559d3bf92a404f" /><Relationship Type="http://schemas.openxmlformats.org/officeDocument/2006/relationships/notesMaster" Target="/ppt/notesMasters/notesMaster1.xml" Id="Rf2925c68b0d441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1a5ca3d8234424" /><Relationship Type="http://schemas.openxmlformats.org/officeDocument/2006/relationships/notesMaster" Target="/ppt/notesMasters/notesMaster1.xml" Id="R17f5c5a30ec34f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9e0b1c4f5e4c10" /><Relationship Type="http://schemas.openxmlformats.org/officeDocument/2006/relationships/notesMaster" Target="/ppt/notesMasters/notesMaster1.xml" Id="Re7bbd7d068a54f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12869547b54386" /><Relationship Type="http://schemas.openxmlformats.org/officeDocument/2006/relationships/notesMaster" Target="/ppt/notesMasters/notesMaster1.xml" Id="R89b78bfd045c43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目安: 0:00–0:15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ナレーション:</a:t>
            </a:r>
          </a:p>
          <a:p xmlns:a="http://schemas.openxmlformats.org/drawingml/2006/main">
            <a:r>
              <a:t>大学生活で増えていく資料や課題を、Fuzzyがひとつの流れにまとめます。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Fuzzy project: docs/仕様書.md</a:t>
            </a:r>
          </a:p>
          <a:p xmlns:a="http://schemas.openxmlformats.org/drawingml/2006/main">
            <a:r>
              <a:t>Moodle発表課題の指示（ユーザー提供資料、2026-08-01）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目安: 0:15–0:35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ナレーション:</a:t>
            </a:r>
          </a:p>
          <a:p xmlns:a="http://schemas.openxmlformats.org/drawingml/2006/main">
            <a:r>
              <a:t>Moodleは大学の授業ページです。資料、課題、締切を確認できますが、保存場所や整理方法は自分で考える必要があります。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Moodle発表課題の指示（ユーザー提供資料、2026-08-01）</a:t>
            </a:r>
          </a:p>
          <a:p xmlns:a="http://schemas.openxmlformats.org/drawingml/2006/main">
            <a:r>
              <a:t>Fuzzy project: docs/仕様書.md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目安: 0:35–0:55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ナレーション:</a:t>
            </a:r>
          </a:p>
          <a:p xmlns:a="http://schemas.openxmlformats.org/drawingml/2006/main">
            <a:r>
              <a:t>資料を受け取るたびに、保存場所や締切を探すことになります。整理はつい後回しになります。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一般的な利用場面としての整理（新規の事実データではありません）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目安: 0:55–1:35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ナレーション:</a:t>
            </a:r>
          </a:p>
          <a:p xmlns:a="http://schemas.openxmlformats.org/drawingml/2006/main">
            <a:r>
              <a:t>資料を保存するとき、Fuzzyは授業や回に合わせた保存先を提案します。ユーザーは内容を確認して、自分で保存先を選びます。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Fuzzy project: docs/仕様書.md</a:t>
            </a:r>
          </a:p>
          <a:p xmlns:a="http://schemas.openxmlformats.org/drawingml/2006/main">
            <a:r>
              <a:t>Fuzzy save UI: apps/extension/src/entrypoints/content/savePanel.ts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目安: 1:35–2:15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ナレーション:</a:t>
            </a:r>
          </a:p>
          <a:p xmlns:a="http://schemas.openxmlformats.org/drawingml/2006/main">
            <a:r>
              <a:t>保存した資料は、ファイル名だけでなく中身からも探せます。必要な箇所とページが分かるので、資料を一つずつ開く時間を減らせます。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Fuzzy project: docs/仕様書.md</a:t>
            </a:r>
          </a:p>
          <a:p xmlns:a="http://schemas.openxmlformats.org/drawingml/2006/main">
            <a:r>
              <a:t>Sample search data: packages/shared/src/sample-data/search-results.json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目安: 2:15–2:55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ナレーション:</a:t>
            </a:r>
          </a:p>
          <a:p xmlns:a="http://schemas.openxmlformats.org/drawingml/2006/main">
            <a:r>
              <a:t>たとえば、次に確認する課題と締切がすぐに分かります。他の授業の課題も同じ画面で見渡せるので、次の行動に移りやすくなります。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Fuzzy project: docs/仕様書.md</a:t>
            </a:r>
          </a:p>
          <a:p xmlns:a="http://schemas.openxmlformats.org/drawingml/2006/main">
            <a:r>
              <a:t>Sample deadline data: packages/shared/src/sample-data/deadlines.json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目安: 2:55–3:25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ナレーション:</a:t>
            </a:r>
          </a:p>
          <a:p xmlns:a="http://schemas.openxmlformats.org/drawingml/2006/main">
            <a:r>
              <a:t>Fuzzyは、何でも自動で片付けるアプリではありません。整理方法から外れた資料は知らせますが、保存先を決めるのはユーザーです。整理を続けるためのきっかけを残します。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Fuzzy project: docs/仕様書.md</a:t>
            </a:r>
          </a:p>
          <a:p xmlns:a="http://schemas.openxmlformats.org/drawingml/2006/main">
            <a:r>
              <a:t>Moodle発表課題の指示（ユーザー提供資料、2026-08-01）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目安: 3:25–3:45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ナレーション:</a:t>
            </a:r>
          </a:p>
          <a:p xmlns:a="http://schemas.openxmlformats.org/drawingml/2006/main">
            <a:r>
              <a:t>必要な資料が見つかり、締切が確認でき、整理した状態で学習や制作に戻れます。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Fuzzy project: docs/仕様書.md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目安: 3:45–4:00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ナレーション:</a:t>
            </a:r>
          </a:p>
          <a:p xmlns:a="http://schemas.openxmlformats.org/drawingml/2006/main">
            <a:r>
              <a:t>Fuzzyは、資料を探す時間を減らし、学ぶ時間をつくるアプリです。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Fuzzy project: docs/仕様書.md</a:t>
            </a:r>
          </a:p>
          <a:p xmlns:a="http://schemas.openxmlformats.org/drawingml/2006/main">
            <a:r>
              <a:t>Moodle発表課題の指示（ユーザー提供資料、2026-08-01）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1e963d1754b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89a894711640d7" /><Relationship Type="http://schemas.openxmlformats.org/officeDocument/2006/relationships/slideLayout" Target="/ppt/slideLayouts/slideLayout1.xml" Id="R6be2c7d7e5e148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e2c7d7e5e148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0fbaf2a844f97" /><Relationship Type="http://schemas.openxmlformats.org/officeDocument/2006/relationships/image" Target="/ppt/media/image.png" Id="R70a3bdd406bd49a7" /><Relationship Type="http://schemas.openxmlformats.org/officeDocument/2006/relationships/notesSlide" Target="/ppt/notesSlides/notesSlide1.xml" Id="R145b0a3611e046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a69bb4e1745ed" /><Relationship Type="http://schemas.openxmlformats.org/officeDocument/2006/relationships/notesSlide" Target="/ppt/notesSlides/notesSlide2.xml" Id="R39e8790f9f7840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cadff3ea64b59" /><Relationship Type="http://schemas.openxmlformats.org/officeDocument/2006/relationships/notesSlide" Target="/ppt/notesSlides/notesSlide3.xml" Id="Re4944d91ac1941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db4ebe1b845d4" /><Relationship Type="http://schemas.openxmlformats.org/officeDocument/2006/relationships/notesSlide" Target="/ppt/notesSlides/notesSlide4.xml" Id="R3399d263407644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6eb79eb4b4f63" /><Relationship Type="http://schemas.openxmlformats.org/officeDocument/2006/relationships/notesSlide" Target="/ppt/notesSlides/notesSlide5.xml" Id="Ra2a3e68caeb7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da77bb4454a2b" /><Relationship Type="http://schemas.openxmlformats.org/officeDocument/2006/relationships/notesSlide" Target="/ppt/notesSlides/notesSlide6.xml" Id="R3cee376d207743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797ff37eb4334" /><Relationship Type="http://schemas.openxmlformats.org/officeDocument/2006/relationships/notesSlide" Target="/ppt/notesSlides/notesSlide7.xml" Id="R571b4bef3eac40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f3f88b33e4be0" /><Relationship Type="http://schemas.openxmlformats.org/officeDocument/2006/relationships/notesSlide" Target="/ppt/notesSlides/notesSlide8.xml" Id="Rcdd9aa533d014d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1ae72279141b7" /><Relationship Type="http://schemas.openxmlformats.org/officeDocument/2006/relationships/image" Target="/ppt/media/image2.png" Id="R3979090da3954fce" /><Relationship Type="http://schemas.openxmlformats.org/officeDocument/2006/relationships/notesSlide" Target="/ppt/notesSlides/notesSlide9.xml" Id="R261f9f1b06d542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3bdd406bd49a7"/>
          <a:stretch xmlns:a="http://schemas.openxmlformats.org/drawingml/2006/main"/>
        </p:blipFill>
        <p:spPr>
          <a:xfrm xmlns:a="http://schemas.openxmlformats.org/drawingml/2006/main">
            <a:off x="723900" y="8191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5C719-9BE7-4FA9-BA04-76F9BD17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9906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Fuzzy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2A740-C3BF-4982-9E57-8E3DD6E2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資料を探す時間を、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学ぶ時間へ。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A7E45-A4D2-435A-A15C-FC0B8855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07A"/>
                </a:solidFill>
              </a:defRPr>
            </a:pPr>
            <a:r>
              <a:rPr sz="1800">
                <a:solidFill>
                  <a:srgbClr val="64707A"/>
                </a:solidFill>
              </a:rPr>
              <a:t>Moodleの資料と課題を、ひとつの流れに。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EB16D-EADB-4A67-BD05-0B5D94D2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B897"/>
                </a:solidFill>
              </a:defRPr>
            </a:pPr>
            <a:r>
              <a:rPr sz="1050" b="1">
                <a:solidFill>
                  <a:srgbClr val="10B897"/>
                </a:solidFill>
              </a:rPr>
              <a:t>アプリデザイン総合演習</a:t>
            </a:r>
          </a:p>
        </p:txBody>
      </p:sp>
    </p:spTree>
    <p:extLst>
      <p:ext uri="{BB962C8B-B14F-4D97-AF65-F5344CB8AC3E}">
        <p14:creationId xmlns:p14="http://schemas.microsoft.com/office/powerpoint/2010/main" val="404454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2ACDE-244E-42F8-BA7E-AF3045C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897"/>
                </a:solidFill>
              </a:defRPr>
            </a:pPr>
            <a:r>
              <a:rPr sz="975" b="1">
                <a:solidFill>
                  <a:srgbClr val="10B897"/>
                </a:solidFill>
              </a:rPr>
              <a:t>FUZZY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1D4D9-3E68-4DA4-8AE6-9B5460D1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Moodleには、授業に必要な情報が集まる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20DBA-FC2E-4870-9E0E-19929C0B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897"/>
          </a:solidFill>
          <a:ln xmlns:a="http://schemas.openxmlformats.org/drawingml/2006/main" w="9525">
            <a:solidFill>
              <a:srgbClr val="10B8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DDC17-0D10-4B95-859B-E76B9238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4707A"/>
                </a:solidFill>
              </a:defRPr>
            </a:pPr>
            <a:r>
              <a:rPr sz="1725">
                <a:solidFill>
                  <a:srgbClr val="64707A"/>
                </a:solidFill>
              </a:rPr>
              <a:t>授業ページを開けば、資料・課題・締切を確認できます。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0C342-55FE-4D57-A9A8-E2621E3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12B"/>
                </a:solidFill>
              </a:defRPr>
            </a:pPr>
            <a:r>
              <a:rPr sz="3600" b="1">
                <a:solidFill>
                  <a:srgbClr val="17212B"/>
                </a:solidFill>
              </a:rPr>
              <a:t>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F7C11-16BF-452F-AE41-00D4CE9D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B897"/>
                </a:solidFill>
              </a:defRPr>
            </a:pPr>
            <a:r>
              <a:rPr sz="3150" b="1">
                <a:solidFill>
                  <a:srgbClr val="10B897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39D06-769E-4386-ACA3-E4BEE15C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12B"/>
                </a:solidFill>
              </a:defRPr>
            </a:pPr>
            <a:r>
              <a:rPr sz="3600" b="1">
                <a:solidFill>
                  <a:srgbClr val="17212B"/>
                </a:solidFill>
              </a:rPr>
              <a:t>課題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3FC1C-0DF0-41E6-B973-196D5411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2895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B897"/>
                </a:solidFill>
              </a:defRPr>
            </a:pPr>
            <a:r>
              <a:rPr sz="3150" b="1">
                <a:solidFill>
                  <a:srgbClr val="10B897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F1B20-547B-4206-B331-6633507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12B"/>
                </a:solidFill>
              </a:defRPr>
            </a:pPr>
            <a:r>
              <a:rPr sz="3600" b="1">
                <a:solidFill>
                  <a:srgbClr val="17212B"/>
                </a:solidFill>
              </a:rPr>
              <a:t>締切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B682C-BAB1-48FA-994D-FC8259E5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便利な入口があっても、整理は自分で続ける必要があります。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1598284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72662-A5FB-457C-A5FD-1587FD30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897"/>
                </a:solidFill>
              </a:defRPr>
            </a:pPr>
            <a:r>
              <a:rPr sz="975" b="1">
                <a:solidFill>
                  <a:srgbClr val="10B897"/>
                </a:solidFill>
              </a:rPr>
              <a:t>FUZZY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A1C1B-F683-4BA1-8188-9FD55025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資料を受け取ったあと、迷いが増える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4B4A9-BD8B-4629-B8AA-C2B76ACC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897"/>
          </a:solidFill>
          <a:ln xmlns:a="http://schemas.openxmlformats.org/drawingml/2006/main" w="9525">
            <a:solidFill>
              <a:srgbClr val="10B8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18B62-A3A1-41C8-B01C-4A5CBCE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12B"/>
                </a:solidFill>
              </a:defRPr>
            </a:pPr>
            <a:r>
              <a:rPr sz="3600" b="1">
                <a:solidFill>
                  <a:srgbClr val="17212B"/>
                </a:solidFill>
              </a:rPr>
              <a:t>必要な資料は、どこ？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71C69-C8DC-4572-B041-DF39F7BF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4707A"/>
                </a:solidFill>
              </a:defRPr>
            </a:pPr>
            <a:r>
              <a:rPr sz="2025">
                <a:solidFill>
                  <a:srgbClr val="64707A"/>
                </a:solidFill>
              </a:rPr>
              <a:t>保存場所と締切を、毎回探している。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9BA83-F8E3-4338-91CA-61B99132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B897"/>
                </a:solidFill>
              </a:defRPr>
            </a:pPr>
            <a:r>
              <a:rPr sz="1800" b="1">
                <a:solidFill>
                  <a:srgbClr val="10B897"/>
                </a:solidFill>
              </a:rPr>
              <a:t>整理は、あと回しになりやすい。</a:t>
            </a:r>
          </a:p>
        </p:txBody>
      </p:sp>
    </p:spTree>
    <p:extLst>
      <p:ext uri="{BB962C8B-B14F-4D97-AF65-F5344CB8AC3E}">
        <p14:creationId xmlns:p14="http://schemas.microsoft.com/office/powerpoint/2010/main" val="622875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EAFCC-88EC-47E9-ACBC-7BCDB8D9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897"/>
                </a:solidFill>
              </a:defRPr>
            </a:pPr>
            <a:r>
              <a:rPr sz="975" b="1">
                <a:solidFill>
                  <a:srgbClr val="10B897"/>
                </a:solidFill>
              </a:rPr>
              <a:t>FUZZY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73E9C-E6AC-4180-9DEF-97E03FC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Fuzzyは、保存の時点で迷いを減らす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CA306-7D3C-4941-8AA8-69E3D113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897"/>
          </a:solidFill>
          <a:ln xmlns:a="http://schemas.openxmlformats.org/drawingml/2006/main" w="9525">
            <a:solidFill>
              <a:srgbClr val="10B8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68941-A86E-4F90-8EDE-80821BE0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4707A"/>
                </a:solidFill>
              </a:defRPr>
            </a:pPr>
            <a:r>
              <a:rPr sz="1725">
                <a:solidFill>
                  <a:srgbClr val="64707A"/>
                </a:solidFill>
              </a:rPr>
              <a:t>資料を受け取る瞬間に、整理のきっかけをつくります。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C0422-FCED-45CD-9F3E-B1622FF5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04013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E2826-4410-4A80-8779-A58F04D3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アプリデザイン総合演習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CCD01-C3D1-4F25-91CA-AF86ADD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B897"/>
                </a:solidFill>
              </a:defRPr>
            </a:pPr>
            <a:r>
              <a:rPr sz="2250" b="1">
                <a:solidFill>
                  <a:srgbClr val="10B89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C6E75-2F5B-4BC0-8943-36AFCC5D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第10回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41EC7-F9B6-4616-8370-FD123F40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B897"/>
                </a:solidFill>
              </a:defRPr>
            </a:pPr>
            <a:r>
              <a:rPr sz="2250" b="1">
                <a:solidFill>
                  <a:srgbClr val="10B897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55787-1B4D-4AC5-8EC3-AF9DC70F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05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制作資料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24BE0-ED94-4A0B-86E5-6F14CB1C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B897"/>
                </a:solidFill>
              </a:defRPr>
            </a:pPr>
            <a:r>
              <a:rPr sz="2400" b="1">
                <a:solidFill>
                  <a:srgbClr val="10B897"/>
                </a:solidFill>
              </a:rPr>
              <a:t>提案を見て、選んで保存。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5DC32-D4A3-48EF-B80F-7828BFD4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07A"/>
                </a:solidFill>
              </a:defRPr>
            </a:pPr>
            <a:r>
              <a:rPr sz="1650">
                <a:solidFill>
                  <a:srgbClr val="64707A"/>
                </a:solidFill>
              </a:rPr>
              <a:t>自分で決めた保存先だから、次からも続けやすい。</a:t>
            </a:r>
          </a:p>
        </p:txBody>
      </p:sp>
    </p:spTree>
    <p:extLst>
      <p:ext uri="{BB962C8B-B14F-4D97-AF65-F5344CB8AC3E}">
        <p14:creationId xmlns:p14="http://schemas.microsoft.com/office/powerpoint/2010/main" val="685376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D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75FC5-F49D-43FA-AE6E-8E487F1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897"/>
                </a:solidFill>
              </a:defRPr>
            </a:pPr>
            <a:r>
              <a:rPr sz="975" b="1">
                <a:solidFill>
                  <a:srgbClr val="10B897"/>
                </a:solidFill>
              </a:rPr>
              <a:t>FUZZY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2739A-0472-4DCC-8564-437EF083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必要な資料は、中身から見つかる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42959-8020-4416-A47A-582125D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897"/>
          </a:solidFill>
          <a:ln xmlns:a="http://schemas.openxmlformats.org/drawingml/2006/main" w="9525">
            <a:solidFill>
              <a:srgbClr val="10B8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F0FC5-2EAF-4046-AF8E-9EAAF71A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4707A"/>
                </a:solidFill>
              </a:defRPr>
            </a:pPr>
            <a:r>
              <a:rPr sz="1725">
                <a:solidFill>
                  <a:srgbClr val="64707A"/>
                </a:solidFill>
              </a:rPr>
              <a:t>ファイル名を思い出せなくても、覚えている言葉から探せます。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BEA74-586B-468C-A550-F328F167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857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65C18-9821-4DE5-93C2-05AAF06F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6227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12B"/>
                </a:solidFill>
              </a:defRPr>
            </a:pPr>
            <a:r>
              <a:rPr sz="2400" b="1">
                <a:solidFill>
                  <a:srgbClr val="17212B"/>
                </a:solidFill>
              </a:rPr>
              <a:t>正規化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0E808-7D6E-4176-B3B4-A8DF2B5E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86075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B897"/>
                </a:solidFill>
              </a:defRPr>
            </a:pPr>
            <a:r>
              <a:rPr sz="3150" b="1">
                <a:solidFill>
                  <a:srgbClr val="10B89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B4134-46FF-4591-9A64-F690FBEF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5905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29DB5-3D75-4F71-B1D5-4C76F5A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第4回_正規化.pdf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6AEEC-96E6-4F8A-BD96-622F3F58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B897"/>
                </a:solidFill>
              </a:defRPr>
            </a:pPr>
            <a:r>
              <a:rPr sz="1350">
                <a:solidFill>
                  <a:srgbClr val="10B897"/>
                </a:solidFill>
              </a:rPr>
              <a:t>データベース  /  p.12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7D7AE-A89B-4770-8603-8848251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29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07A"/>
                </a:solidFill>
              </a:defRPr>
            </a:pPr>
            <a:r>
              <a:rPr sz="1200">
                <a:solidFill>
                  <a:srgbClr val="64707A"/>
                </a:solidFill>
              </a:rPr>
              <a:t>…第3正規化の条件は、推移的関数従属が存在しないこと…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1C41E-767A-4B05-8D7E-C5DD5CBE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12B"/>
                </a:solidFill>
              </a:defRPr>
            </a:pPr>
            <a:r>
              <a:rPr sz="2400" b="1">
                <a:solidFill>
                  <a:srgbClr val="17212B"/>
                </a:solidFill>
              </a:rPr>
              <a:t>探す時間を、理解する時間へ。</a:t>
            </a:r>
          </a:p>
        </p:txBody>
      </p:sp>
    </p:spTree>
    <p:extLst>
      <p:ext uri="{BB962C8B-B14F-4D97-AF65-F5344CB8AC3E}">
        <p14:creationId xmlns:p14="http://schemas.microsoft.com/office/powerpoint/2010/main" val="17858203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6BE21-EDAB-46B6-9065-459292F9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897"/>
                </a:solidFill>
              </a:defRPr>
            </a:pPr>
            <a:r>
              <a:rPr sz="975" b="1">
                <a:solidFill>
                  <a:srgbClr val="10B897"/>
                </a:solidFill>
              </a:rPr>
              <a:t>FUZZY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782A9-DEC6-4129-A5CE-3D6549E3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締切は、ひとつの流れで確認できる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1A986-899C-4F7D-BFC4-177841B0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897"/>
          </a:solidFill>
          <a:ln xmlns:a="http://schemas.openxmlformats.org/drawingml/2006/main" w="9525">
            <a:solidFill>
              <a:srgbClr val="10B8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4C266-60D9-464D-A8BC-316A85A0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4707A"/>
                </a:solidFill>
              </a:defRPr>
            </a:pPr>
            <a:r>
              <a:rPr sz="1725">
                <a:solidFill>
                  <a:srgbClr val="64707A"/>
                </a:solidFill>
              </a:rPr>
              <a:t>授業ごとに散らばる課題を、今日やることとして見渡せます。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90EDC-E0FB-4BC8-BDAC-2F9AD67D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3822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DDF5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E837B-D515-40C6-874A-95D6B00D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B897"/>
                </a:solidFill>
              </a:defRPr>
            </a:pPr>
            <a:r>
              <a:rPr sz="1350" b="1">
                <a:solidFill>
                  <a:srgbClr val="10B897"/>
                </a:solidFill>
              </a:rPr>
              <a:t>次に確認する課題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39CA4-ED80-452A-8E89-275EE44D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81375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正規化レポート提出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579A9-03DD-4383-B68F-EC281311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7A"/>
                </a:solidFill>
              </a:defRPr>
            </a:pPr>
            <a:r>
              <a:rPr sz="1575">
                <a:solidFill>
                  <a:srgbClr val="64707A"/>
                </a:solidFill>
              </a:rPr>
              <a:t>データベース  /  7月4日 23:59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FCF68-A8A9-4B3A-ACB6-CD804DF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A65A"/>
                </a:solidFill>
              </a:defRPr>
            </a:pPr>
            <a:r>
              <a:rPr sz="2100" b="1">
                <a:solidFill>
                  <a:srgbClr val="F2A65A"/>
                </a:solidFill>
              </a:rPr>
              <a:t>未提出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CAA18-30D7-4A63-AB85-9D940E3A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7A"/>
                </a:solidFill>
              </a:defRPr>
            </a:pPr>
            <a:r>
              <a:rPr sz="1575">
                <a:solidFill>
                  <a:srgbClr val="64707A"/>
                </a:solidFill>
              </a:rPr>
              <a:t>他の授業の課題も、同じ画面で確認できます。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701388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8975B-B68E-4F4C-99EB-17C1B126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897"/>
                </a:solidFill>
              </a:defRPr>
            </a:pPr>
            <a:r>
              <a:rPr sz="975" b="1">
                <a:solidFill>
                  <a:srgbClr val="10B897"/>
                </a:solidFill>
              </a:rPr>
              <a:t>FUZZY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3557E-D99B-4751-A788-81CE6EE8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Fuzzyは、整理を代わりに終わらせない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5B4EC-B5A7-422F-9DC6-F0916BEB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897"/>
          </a:solidFill>
          <a:ln xmlns:a="http://schemas.openxmlformats.org/drawingml/2006/main" w="9525">
            <a:solidFill>
              <a:srgbClr val="10B8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18078-DA34-44AE-9212-E5C8C05E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4707A"/>
                </a:solidFill>
              </a:defRPr>
            </a:pPr>
            <a:r>
              <a:rPr sz="1725">
                <a:solidFill>
                  <a:srgbClr val="64707A"/>
                </a:solidFill>
              </a:rPr>
              <a:t>便利にするだけではなく、整理を続けるきっかけを残します。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D8357-706A-4246-AC40-5724BC0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B897"/>
                </a:solidFill>
              </a:defRPr>
            </a:pPr>
            <a:r>
              <a:rPr sz="2550" b="1">
                <a:solidFill>
                  <a:srgbClr val="10B897"/>
                </a:solidFill>
              </a:rPr>
              <a:t>提案する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FACEE-420A-44AE-A7FE-D4E4536A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7212B"/>
                </a:solidFill>
              </a:defRPr>
            </a:pPr>
            <a:r>
              <a:rPr sz="3300" b="1">
                <a:solidFill>
                  <a:srgbClr val="17212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3E507-AD3F-4F6E-895A-FB5EA825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86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B897"/>
                </a:solidFill>
              </a:defRPr>
            </a:pPr>
            <a:r>
              <a:rPr sz="2550" b="1">
                <a:solidFill>
                  <a:srgbClr val="10B897"/>
                </a:solidFill>
              </a:rPr>
              <a:t>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A2354-2E4F-49DE-A3CD-0968B319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99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7212B"/>
                </a:solidFill>
              </a:defRPr>
            </a:pPr>
            <a:r>
              <a:rPr sz="3300" b="1">
                <a:solidFill>
                  <a:srgbClr val="1721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3F560-AFBF-4044-BEEB-AEBDADBF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A65A"/>
                </a:solidFill>
              </a:defRPr>
            </a:pPr>
            <a:r>
              <a:rPr sz="2550" b="1">
                <a:solidFill>
                  <a:srgbClr val="F2A65A"/>
                </a:solidFill>
              </a:rPr>
              <a:t>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82DB7-E667-486A-BE0D-3126458A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整理方法から外れた資料は知らせる。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最後に決めるのは、ユーザー。</a:t>
            </a:r>
          </a:p>
        </p:txBody>
      </p:sp>
    </p:spTree>
    <p:extLst>
      <p:ext uri="{BB962C8B-B14F-4D97-AF65-F5344CB8AC3E}">
        <p14:creationId xmlns:p14="http://schemas.microsoft.com/office/powerpoint/2010/main" val="1466163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D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B68D1-8330-4D0B-A490-6040112C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897"/>
                </a:solidFill>
              </a:defRPr>
            </a:pPr>
            <a:r>
              <a:rPr sz="975" b="1">
                <a:solidFill>
                  <a:srgbClr val="10B897"/>
                </a:solidFill>
              </a:rPr>
              <a:t>FUZZY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F31F4-8E9A-4CC8-AFB5-0B3962C0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整理が続くと、次の行動が見えてくる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5C6AE-2D36-4DDD-A0FF-06501AA5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897"/>
          </a:solidFill>
          <a:ln xmlns:a="http://schemas.openxmlformats.org/drawingml/2006/main" w="9525">
            <a:solidFill>
              <a:srgbClr val="10B8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28D8A-3BE0-47AD-9287-5C182C17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見つかる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46580-5C0B-4915-A1EC-D8454D0A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B897"/>
                </a:solidFill>
              </a:defRPr>
            </a:pPr>
            <a:r>
              <a:rPr sz="2850" b="1">
                <a:solidFill>
                  <a:srgbClr val="10B897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3A2D0-041E-42E9-BCEB-8F4D2DE6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確認できる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1071F-6B71-470E-8324-AA8E2993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B897"/>
                </a:solidFill>
              </a:defRPr>
            </a:pPr>
            <a:r>
              <a:rPr sz="2850" b="1">
                <a:solidFill>
                  <a:srgbClr val="10B89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E4932-494D-4A15-AF03-7274C52F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2A65A"/>
                </a:solidFill>
              </a:defRPr>
            </a:pPr>
            <a:r>
              <a:rPr sz="2700" b="1">
                <a:solidFill>
                  <a:srgbClr val="F2A65A"/>
                </a:solidFill>
              </a:rPr>
              <a:t>戻れる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E33DC-1727-4F24-988E-30CC3EE3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</a:defRPr>
            </a:pPr>
            <a:r>
              <a:rPr sz="2325" b="1">
                <a:solidFill>
                  <a:srgbClr val="17212B"/>
                </a:solidFill>
              </a:rPr>
              <a:t>資料を探す時間を減らし、学習や制作に戻る。</a:t>
            </a:r>
          </a:p>
        </p:txBody>
      </p:sp>
    </p:spTree>
    <p:extLst>
      <p:ext uri="{BB962C8B-B14F-4D97-AF65-F5344CB8AC3E}">
        <p14:creationId xmlns:p14="http://schemas.microsoft.com/office/powerpoint/2010/main" val="13761589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9090da3954fce"/>
          <a:stretch xmlns:a="http://schemas.openxmlformats.org/drawingml/2006/main"/>
        </p:blipFill>
        <p:spPr>
          <a:xfrm xmlns:a="http://schemas.openxmlformats.org/drawingml/2006/main">
            <a:off x="5410200" y="99060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16600-5607-4CFF-8F65-9F30F71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212B"/>
                </a:solidFill>
              </a:defRPr>
            </a:pPr>
            <a:r>
              <a:rPr sz="3600" b="1">
                <a:solidFill>
                  <a:srgbClr val="17212B"/>
                </a:solidFill>
              </a:rPr>
              <a:t>Fuzzy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85D60-7849-4F2D-89C7-4668A382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052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Moodleの資料と課題を、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ひとつの流れに。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C94B1-EE0A-43E9-98CA-B06A766D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006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0B897"/>
                </a:solidFill>
              </a:defRPr>
            </a:pPr>
            <a:r>
              <a:rPr sz="1725">
                <a:solidFill>
                  <a:srgbClr val="10B897"/>
                </a:solidFill>
              </a:rPr>
              <a:t>資料を探す時間を、学ぶ時間へ。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7C460-136E-412F-926E-122B1CAF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43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07A"/>
                </a:solidFill>
              </a:defRPr>
            </a:pPr>
            <a:r>
              <a:rPr sz="975" b="1">
                <a:solidFill>
                  <a:srgbClr val="64707A"/>
                </a:solidFill>
              </a:rPr>
              <a:t>アプリデザイン総合演習</a:t>
            </a:r>
          </a:p>
        </p:txBody>
      </p:sp>
    </p:spTree>
    <p:extLst>
      <p:ext uri="{BB962C8B-B14F-4D97-AF65-F5344CB8AC3E}">
        <p14:creationId xmlns:p14="http://schemas.microsoft.com/office/powerpoint/2010/main" val="1020013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2026-08-09T23:07:01.6500000Z</dcterms:created>
  <dcterms:modified xsi:type="dcterms:W3CDTF">2026-08-09T23:07:01.6500000Z</dcterms:modified>
</coreProperties>
</file>